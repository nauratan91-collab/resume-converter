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SARAH JENNINGS</a:t>
            </a:r>
          </a:p>
          <a:p>
            <a:r>
              <a:t>Vice President of Cloud Operations</a:t>
            </a:r>
          </a:p>
          <a:p>
            <a:r>
              <a:t>sarah.jennings@enterprise.io | +1 (555) 782-1209 | Dallas, TX | linkedin.com/in/sarahjennings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SUMMARY</a:t>
            </a:r>
          </a:p>
          <a:p>
            <a:r>
              <a:t>Transformational technology executive with 15+ years delivering multi-million dollar cloud infrastructure and operational scalability.</a:t>
            </a:r>
          </a:p>
          <a:p>
            <a:r>
              <a:t>WORK EXPERIENCE</a:t>
            </a:r>
          </a:p>
          <a:p>
            <a:r>
              <a:t>VP of Infrastructure at CloudScale Inc (2020 - Present)</a:t>
            </a:r>
          </a:p>
          <a:p>
            <a:r>
              <a:t>• Scaled operations from 5 to 50 data centers globally with 99.999% uptime.</a:t>
            </a:r>
          </a:p>
          <a:p>
            <a:r>
              <a:t>• Reduced cloud infrastructure spend by $3.2M annually through automated workload balancing.</a:t>
            </a:r>
          </a:p>
          <a:p>
            <a:r>
              <a:t>CORE SKILLS</a:t>
            </a:r>
          </a:p>
          <a:p>
            <a:r>
              <a:t>Cloud Strategy, DevOps, Microservices, Infrastructure as Code, Kubernetes, Budget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